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D1730B4-8ED9-4B50-99EC-0D77E32968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FBD0F96-D402-4336-9A8F-2A526129FBA5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94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30B4-8ED9-4B50-99EC-0D77E32968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0F96-D402-4336-9A8F-2A526129FB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95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30B4-8ED9-4B50-99EC-0D77E32968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0F96-D402-4336-9A8F-2A526129FBA5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583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30B4-8ED9-4B50-99EC-0D77E32968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0F96-D402-4336-9A8F-2A526129FB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0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30B4-8ED9-4B50-99EC-0D77E32968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0F96-D402-4336-9A8F-2A526129FB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559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30B4-8ED9-4B50-99EC-0D77E32968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0F96-D402-4336-9A8F-2A526129FB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517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30B4-8ED9-4B50-99EC-0D77E32968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0F96-D402-4336-9A8F-2A526129FB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797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30B4-8ED9-4B50-99EC-0D77E32968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0F96-D402-4336-9A8F-2A526129FB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579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30B4-8ED9-4B50-99EC-0D77E32968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0F96-D402-4336-9A8F-2A526129FB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10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30B4-8ED9-4B50-99EC-0D77E32968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0F96-D402-4336-9A8F-2A526129FB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139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30B4-8ED9-4B50-99EC-0D77E32968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D0F96-D402-4336-9A8F-2A526129FB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26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D1730B4-8ED9-4B50-99EC-0D77E329681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BFBD0F96-D402-4336-9A8F-2A526129FB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30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980DE-EA99-4314-88ED-48610B5A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chemeClr val="tx2"/>
                </a:solidFill>
              </a:rPr>
              <a:t>Curso - Fundamentos de BI</a:t>
            </a:r>
            <a:br>
              <a:rPr lang="pt-BR" dirty="0">
                <a:solidFill>
                  <a:schemeClr val="tx2"/>
                </a:solidFill>
              </a:rPr>
            </a:br>
            <a:r>
              <a:rPr lang="pt-BR" dirty="0">
                <a:solidFill>
                  <a:schemeClr val="tx2"/>
                </a:solidFill>
              </a:rPr>
              <a:t>DIO + </a:t>
            </a:r>
            <a:r>
              <a:rPr lang="pt-BR" dirty="0" err="1">
                <a:solidFill>
                  <a:schemeClr val="tx2"/>
                </a:solidFill>
              </a:rPr>
              <a:t>Universia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CDC49CE-7596-490E-B6F5-9F085BD0FEC6}"/>
              </a:ext>
            </a:extLst>
          </p:cNvPr>
          <p:cNvSpPr txBox="1">
            <a:spLocks/>
          </p:cNvSpPr>
          <p:nvPr/>
        </p:nvSpPr>
        <p:spPr>
          <a:xfrm>
            <a:off x="721659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Desafio 1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9ECEAE2-6BE4-4970-93D9-5FB474BED68E}"/>
              </a:ext>
            </a:extLst>
          </p:cNvPr>
          <p:cNvSpPr txBox="1">
            <a:spLocks/>
          </p:cNvSpPr>
          <p:nvPr/>
        </p:nvSpPr>
        <p:spPr>
          <a:xfrm>
            <a:off x="721659" y="3841748"/>
            <a:ext cx="106321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Analisando dados de um dashboard de vendas</a:t>
            </a:r>
          </a:p>
        </p:txBody>
      </p:sp>
    </p:spTree>
    <p:extLst>
      <p:ext uri="{BB962C8B-B14F-4D97-AF65-F5344CB8AC3E}">
        <p14:creationId xmlns:p14="http://schemas.microsoft.com/office/powerpoint/2010/main" val="3511662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BC05C-8F7A-47C8-ABFC-8BB9BE9A9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718852-FDDC-4621-8590-4668A20CD7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C93C18B9-C41B-4104-B623-46EA964FBD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374616"/>
                  </p:ext>
                </p:extLst>
              </p:nvPr>
            </p:nvGraphicFramePr>
            <p:xfrm>
              <a:off x="228600" y="215153"/>
              <a:ext cx="11739281" cy="64007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C93C18B9-C41B-4104-B623-46EA964FBD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600" y="215153"/>
                <a:ext cx="11739281" cy="64007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242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1C22308F-1A6B-4D84-A7D7-895069FD458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77359080"/>
                  </p:ext>
                </p:extLst>
              </p:nvPr>
            </p:nvGraphicFramePr>
            <p:xfrm>
              <a:off x="381000" y="398859"/>
              <a:ext cx="11430000" cy="606028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1C22308F-1A6B-4D84-A7D7-895069FD458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000" y="398859"/>
                <a:ext cx="11430000" cy="606028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2A7B01C9-366C-4A7F-8B30-DD02AEB71CA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53871418"/>
                  </p:ext>
                </p:extLst>
              </p:nvPr>
            </p:nvGraphicFramePr>
            <p:xfrm>
              <a:off x="239806" y="501883"/>
              <a:ext cx="11712388" cy="585423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2A7B01C9-366C-4A7F-8B30-DD02AEB71C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806" y="501883"/>
                <a:ext cx="11712388" cy="585423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629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D6FAD73D-B2A3-4D80-97B0-2A9A7C9CEB5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83095959"/>
                  </p:ext>
                </p:extLst>
              </p:nvPr>
            </p:nvGraphicFramePr>
            <p:xfrm>
              <a:off x="407894" y="676087"/>
              <a:ext cx="11376212" cy="602904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D6FAD73D-B2A3-4D80-97B0-2A9A7C9CEB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7894" y="676087"/>
                <a:ext cx="11376212" cy="6029045"/>
              </a:xfrm>
              <a:prstGeom prst="rect">
                <a:avLst/>
              </a:prstGeom>
            </p:spPr>
          </p:pic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119F84C5-0E5F-4300-83A0-D2E3D3AE9B0B}"/>
              </a:ext>
            </a:extLst>
          </p:cNvPr>
          <p:cNvSpPr txBox="1"/>
          <p:nvPr/>
        </p:nvSpPr>
        <p:spPr>
          <a:xfrm>
            <a:off x="4974571" y="152867"/>
            <a:ext cx="224285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800" b="1" dirty="0"/>
              <a:t>Página Extra</a:t>
            </a:r>
          </a:p>
        </p:txBody>
      </p:sp>
    </p:spTree>
    <p:extLst>
      <p:ext uri="{BB962C8B-B14F-4D97-AF65-F5344CB8AC3E}">
        <p14:creationId xmlns:p14="http://schemas.microsoft.com/office/powerpoint/2010/main" val="4096225410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_rels/webextension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webextensions/webextension1.xml><?xml version="1.0" encoding="utf-8"?>
<we:webextension xmlns:we="http://schemas.microsoft.com/office/webextensions/webextension/2010/11" id="{EB75070A-9324-4202-9085-1388762522B0}">
  <we:reference id="wa200003233" version="2.0.0.3" store="pt-BR" storeType="OMEX"/>
  <we:alternateReferences>
    <we:reference id="wa200003233" version="2.0.0.3" store="wa200003233" storeType="OMEX"/>
  </we:alternateReferences>
  <we:properties>
    <we:property name="embedUrl" value="&quot;/reportEmbed?reportId=73569812-2a1a-4879-bbfd-42249b6c76fc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ookmark" value="&quot;H4sIAAAAAAAAA+1Y227jNhD9lUAv++IY1MWWlLesN0WLBoVRBwGKhVGMxJHDBSNqKSqNG/jfd0hJSXxJsuu6mzZYP0kzo+GZmcMj0XceF3UlYfkbXKN34v1ScpEDV/rI9wZe2RrjFBgkcRIEjGdRyEI2YuRVlRGqrL2TO8+AXqC5FHUD0mYi48f5wAMpp7CwdwXIGgdehbpWJUjxN7bB5DK6wdXAw9tKKg025cyAQZv2hsLpniD4w5BWhNyIG5xhblprjmw0TrPCj3yMOIuB84DC6jbAIdsZYlO75SeqNCBKWsbaeBH6EYTAkiiMsnGac5ZZeyGk6UKy5dltpak6qnlZ2eZMCOtCaeqa9FwVGusW9J03UbK5dldna/aZanSOv2PhXKURZkmZClFCmQvblBU1ZKoVtct56JI3uXHmK/XXRCMtyr0Tthrc4zjlN/Q0WTdBnC4WGhdgutuzfwXhDCS2xp+ashsP24Y7J0styoXsxv8wiYu2ikrg5Aq0sfTKPtEcbdfpIaU56vdL1/gPQvcMCAYbuF+z2NW8ZyjFfnrEwY4iLfrDc2K+sq6swCSLR0GKydjPIsZ4mP8g71fP82hKXcCNofp7MBgo9v9B4adKfl0eh1kSQxFwiJMoY+MM0P/B44OK8OC7tm2Gi2ss92zboUD8gaB3IHhxM+eyqYl1yFsg37Kv/c19fXge2g5+jxW77r2WLgwOXkmrNJCE+ShFBhGPotQPRzljLyrNk1T9WaAGnV8tz/EG5TbUe/+2qwd4CVq0H8CurD3L7b7k75N5ax34YD+tbdgjPN3150bAEccjDgbaVF0p3mmpnt2/z+nIW+7LhRZ01jEa99GWWtLbV6+piXeNdI5yRxFay9GuaiEKbP2KOzc6Vt5554KY2ua+BNnYtO/eQy3yd3a/uh1bo+wFYisdQRe5mTmUMxf3QnJ3jOtSuy20Sw5ccO2We8vD7zbF2y7yMcPn7Skdyro/o7dD1kq6q37wRDppH2+9nxvUSwLuIh4ADy2c4T3U4Q4gQ9thSiZqkn8JVW03lv23gEwcXQ9+xWW9x1vnXJFSWQAXkEn80/fTIC389BggiY6j3A+PsyLxj8OYPkYhSsM4CzbfJO30HbqpKMsemuXDP6j4od3/1brXCLFVPVm0Uk5Feqi9GpSNlAMvvxKSa2zFaDPk407NCZgfnverXagFadWjZn91juiJHPNOysIg9+MwYBlHAB6Og5jFTiOf03CDtyZTt+ufhO63W9ZVY+oKcpxCiTv02O0ubqF9gwqvVl8AsqXGQcUTAAA=&quot;"/>
    <we:property name="datasetId" value="&quot;d60ce7c2-79c9-4ed2-b30e-781ec456f416&quot;"/>
    <we:property name="pageName" value="&quot;ce0569bf141e4d07add2&quot;"/>
    <we:property name="reportUrl" value="&quot;/groups/me/reports/73569812-2a1a-4879-bbfd-42249b6c76fc/ce0569bf141e4d07add2&quot;"/>
    <we:property name="reportName" value="&quot;analises_diabetes&quot;"/>
    <we:property name="reportState" value="&quot;CONNECTED&quot;"/>
    <we:property name="pageDisplayName" value="&quot;Página 2&quot;"/>
    <we:property name="backgroundColor" value="&quot;#FFFFFF&quot;"/>
    <we:property name="initialStateBookmark" value="&quot;H4sIAAAAAAAAA+1Y227bRhD9FYMveaEF3qyL32TFRQs7iRAZBopACIbcobzBmsssl65VQ//e2V1Sti6+VFXj1oieyNnh7JmZM4dc3XmMV6WA+Ue4Ru/Y+61gPAMm1UHo+V7hjCefPp19GH4++/px+OGUzLLUXBaVd3znaVAz1Je8qkGYEGT8MvU9EGIMM3OXg6jQ90pUlSxA8D/ROdOSVjUufA9vSyEVmJATDRpN2Btyp3vaO+zEtCNkmt/gBDPtrBkGR91BmodJiAkLesBYRG6Vc7DItrqY0Hb7kSw08IK2MTaWx2ECMQT9JE7S7iBjQWrsORe6cUnnp7elouwo53lpqjIirDOpqFzCs1korBzoO28kRX1tr05X7BNZqww/Y26XCs31nCLlvIAi46YoCyrIWEkql12hS1Zn2pqv5B8jhbQp846Dhb/EMWQ39DRZ10EMZzOFM9DN7em/gnACAp3xl7po2hNswp2SpeLFTDTtv+/Ehcui5Di6AqUNvdJv1EdTdXpIKobqZG4L/56rlgGRv4b7NZNdTFuGku+3BxxsKOLQ758T04VZSnPsp72jaID9bpgmQcDi7Cd5X9zPgzFVAdeaGu7AYCDf/weFH0v5dXkcp/0e5BGDXj9Jg24KGP7k8V5F2P+hZZvg7BqLHcu2LxC/I6gtCJ4d5kzUFbEOmQPyd+Y6XJ/r/fPQVPBH7NhU77V0wd97Jk5poB9nRwMMIGFJMgjjoywInlWaR6n6K0cFKruan+MNik2oy/XNpRbgJSjuPoBtWjum23zCL4N5KxV4bz6tjdsDPM3195rDAcMDBhpcqCYVb1jIJ+f3KR15y3W5UJzOOlrhLtpSCXr7qhU18a6RzlH2KEJ7WdqVDiJHty6ZXUbLyjvvnBNTXexLELUJ++4EKp69M/NqJ7ZC0QrERjiCzjM9sSgn1u+Z4PYY14S2I7RNDqxzZbd7y81vhuJtJ/mQ4VN3Soeias/orslKCnvVNp5IJ8zjbvV7jWpOwK3HPeCOgdNZQu1sAdIxFaZgvCL5F1BWZrDMvwVkYmhrcIbzaoe3zrkkpTIALiAV+DUMB9EgDweHAP3kMMnC+DDN++Fh3KOPUUgGcS+N1t8krvsW3ZgXRQvN8OEfZHxf7v9q3iuE2MieLEpKqyIt1FYNiloI38uuuGAKnRitu3zZqjlREMbn7W4XckZa9aDYL46RPBJj2khZHGVhL46ClCEAi7tRL+hZjXxKwzXe6lTern4S2t92WZe1rkrIcAwFbtFjO13MQHuZCvsGDadWPvOASXSp2ovFX7mfiEHuEwAA&quot;"/>
    <we:property name="isFiltersActionButtonVisible" value="true"/>
    <we:property name="isVisualContainerHeaderHidden" value="false"/>
    <we:property name="reportEmbeddedTime" value="&quot;2026-08-11T16:11:35.484Z&quot;"/>
    <we:property name="creatorTenantId" value="&quot;7e93e286-b29a-4454-a41a-e8419ec9deb5&quot;"/>
    <we:property name="creatorUserId" value="&quot;10032002951D5274&quot;"/>
    <we:property name="creatorSessionId" value="&quot;a885e524-9f25-43b9-8eb3-c3580f2ef6e7&quot;"/>
    <we:property name="artifactViewState" value="&quot;live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5106E4F0-5E31-49CF-8B64-A241FBCDF5BF}">
  <we:reference id="wa200003233" version="2.0.0.3" store="pt-BR" storeType="OMEX"/>
  <we:alternateReferences>
    <we:reference id="wa200003233" version="2.0.0.3" store="wa200003233" storeType="OMEX"/>
  </we:alternateReferences>
  <we:properties>
    <we:property name="embedUrl" value="&quot;/reportEmbed?reportId=73569812-2a1a-4879-bbfd-42249b6c76fc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ookmark" value="&quot;H4sIAAAAAAAAA+VYzW7bMAx+lcDnYJCt+K+3Lu2wAd1QLFsvQw+0RLsqXMuT5SxZkRfaa+zFRtnu35q0RVGgWXaKRTIkv48SRfvSk6qpS1h+ggv09rwPlVQCpDYj3xt7VS/kjCdSpLFMWBJGIk64lKTVtVW6ary9S8+CKdCeqKaF0nki4bfTsQdleQyFW+VQNjj2ajSNrqBUP7E3JpU1La7GHi7qUhtwLmcWLDq3czKnNaXgv+EUEYRVc5yhsL1UZH4UBClLGPiC+XISphmZNb1Bl9laE+e6Cz/VlQVVURgnSxmEYpIEkxR98KMJE7yzzVVpB5NsebioDaEjzMvakbMv51AJdIQQBINNn/Glt18UBguww/LwjnKqy/ZijXymWyPwM+adqrLKLilGriqKoRxdK6Lq2GgistPMoMRe+K6tBlqYW57pH1ODxKN0glOSNKoqyoH2Gwa+9CgEGDmoqLDZOTHo8NLftJFo3i47yAfKXHEfjP/K/DXhEj4SRSwSmEiZSd+PYZKEmIRbXr6vlbLNaKZL+f/U8CHMfSFF7vOIy0AyPw3TmPuA8ZYXkh5zZR8v4vg63ymJCm2o25b3Un6prKa6raxZes/YTLXC6RkYu9VbaRPrq9Oru4Iszm/dBgPpffovzzLtXlKleRLTHQksFhyZDDjvt++DfFtc2Ewv7tLtvDGWRzFPBMMgS5kIk0yynTsMG/N9r9CAEWfLI5xjeT+1a/191VVCJ2BUP1Z0MJ4Jb5iPrp15dxAfuIHFmd3KZ3j+3ioYSRxJsNC7GqB4+5VeczKf1iF2mZePv381z2lZomwbOhIo+328tn093hV2mdlhx+02yGH79L2YTzCIJknCkKVhzFNqpfzR7vm6V/MTuuK/9WrxhGO5VVPFxpeM1xwq8hD91M8jFvupBC44CyY7MgbsyovN5ml0tepqeJO6d4Gm6Hqmbm1Tg8BjqLCDUfcOFXZ2VDaopOOpezbu90hRxXuaTqBsHUPd5xWvC9MF+wPIC9dF1xEAAA==&quot;"/>
    <we:property name="datasetId" value="&quot;d60ce7c2-79c9-4ed2-b30e-781ec456f416&quot;"/>
    <we:property name="pageName" value="&quot;cb16229080a1c01d459b&quot;"/>
    <we:property name="reportUrl" value="&quot;/groups/me/reports/73569812-2a1a-4879-bbfd-42249b6c76fc/cb16229080a1c01d459b&quot;"/>
    <we:property name="reportName" value="&quot;analises_diabetes&quot;"/>
    <we:property name="reportState" value="&quot;CONNECTED&quot;"/>
    <we:property name="pageDisplayName" value="&quot;Página 3&quot;"/>
    <we:property name="backgroundColor" value="&quot;#FFFFFF&quot;"/>
    <we:property name="initialStateBookmark" value="&quot;H4sIAAAAAAAAA+VY227bMAz9lULPwSDbSWzvLU07bOi6Fs3Wl6EYaIlOVaiWJ8tdsyI/tN/Yj42S3dt6RVGgXfZki6RJnkOJpn3GpGpqDYtPcIzsLftQSSVAGrsWsQGrOuH6zs7W9mRv69unyfYmiU3tlKka9vaMObBzdPuqaUF7FyT8ejBgoPUuzP2qBN3ggNVoG1OBVj+xMyaVsy0uBwxPa20seJczBw692xMypzXFjt4kFBGEUyc4Q+E6qSiicRznPOMQCR7J4SgvyKzpDEJmt5p41yH81FQOVEVhvCznMBLDLB7mGEE0HnKRBNtSadebFIvN09oSOsK8qD0rE3kClUDJAgSLTZfxGZvM5xbn4Prl5jXl1Oj2+Bb5zLRW4B6WQVU55RYUo1QVxVCeriVRtWsNERk0M9DYCd+1VU8L98tD82NqkXiUXnBAkkZVc93TfsnA5w6FACt7FRW2OCIGPV56zFiJdn0RIG8oe859PPgr85eES/hINOZjgZmUhYyiFIbZCLPRKy/fl0q5Zm1mtPx/angf5q6QooyScSJjyaN8lKdJBJi+8kLSbancw0UcXOQ7JdHcWGqz+kbKz5XV1LSVswv2hM1UK5wegnWveivdxfry4PxdQRZHV94GPeld+s/PMu1eUuVllqZZAjwVCXIZJ0m3fe/l2+GpK8zpdbq9N87LcZpkgmNc5FyMskLylTsMd+b7XqEFKw4XH/EE9c3ULvQ3VecJ7YNV3VgRYDwRXj8YXThj1xBv+IHFm13Jp7//3ipYk7gmwUHnqofCJpW55WQ+rkOsMi/bv381T2lZQrcNHQmU3T6+tX093BVWmdl+x602yH77dL04GWI8HmYZR56P0iSnVpo82D1f9tX8iK74b31aPOJYvqqp4s6PjJccKsoRRnlUjnka5RISkfB4uCJjwKp82Nw9jS6XoYaXqbNjtPPQM03rmhoE7kKFAUbdOVQY7KhsUEnPU7i3/vpRUcU7mvZBt56h8HuFhSDEnCo0PvCA/+nCQlohuT9XsBjgABIAAA==&quot;"/>
    <we:property name="isFiltersActionButtonVisible" value="true"/>
    <we:property name="isVisualContainerHeaderHidden" value="false"/>
    <we:property name="reportEmbeddedTime" value="&quot;2026-08-11T16:12:01.343Z&quot;"/>
    <we:property name="creatorTenantId" value="&quot;7e93e286-b29a-4454-a41a-e8419ec9deb5&quot;"/>
    <we:property name="creatorUserId" value="&quot;10032002951D5274&quot;"/>
    <we:property name="creatorSessionId" value="&quot;14af164b-087c-431f-baf6-da3fc73dab70&quot;"/>
    <we:property name="artifactViewState" value="&quot;live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984F2F34-96DD-4C26-B1EA-83CAAC4CF855}">
  <we:reference id="wa200003233" version="2.0.0.3" store="pt-BR" storeType="OMEX"/>
  <we:alternateReferences>
    <we:reference id="wa200003233" version="2.0.0.3" store="wa200003233" storeType="OMEX"/>
  </we:alternateReferences>
  <we:properties>
    <we:property name="embedUrl" value="&quot;/reportEmbed?reportId=73569812-2a1a-4879-bbfd-42249b6c76fc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ookmark" value="&quot;H4sIAAAAAAAAA+1WTY/TMBD9KyufK+Tmq8nelrBISAhVFPaCepjYk6xXrh05ztKy6n9n7HS/CgIOfKyAXmq/mcy8N/Mi5YZJNfQadm9gg+yUvTJSCZDWnczZjJkJFJCkWZNBPi/SRZoDLCRS1PZeWTOw0xvmwXXoL9Qwgg6VCPywnjHQeglduLWgB5yxHt1gDWj1CadkCnk34n7GcNtr6yCUXHnwGMpeUzrdicL8WUodQXh1jSsUfkLLVLZpI0ouMpnIAgtYNJQ2TAmR2VdTQunYvrbGgzLUJmCp5HyeF7wqeSWLLBHIk4C3SvtDSrM73/aO1JHmXR+GUxPXzjqammZRhcNhIn3DaqvHTTydP8JXdnQC32IbQ8Yrv6NKrTJghApD2dNAls7SuGJkhd0GjY/wpf1YO6Smkp3y/eyOx5m8pqcJPSZx1nUOO/CH6/kvYUjHVk0EX47msB/+Jd81IYMynT7s/34V7yYZvcL6EpwP/mquaJFh7PSQdRLd812c/Avlbi2QzI6I/1G1+/WtRynj6oELDyaZ6P98V6z3IdQu5rJq2kLkJULGFzwFeBL2re1oPIn/B+y7gf7Yub/PEPdzngyRZxmWWZPwMqkA8iJNC/nfED/2boHG4ft+eCp03xvlh5OV1fJv83DJCymqErN8Xom8anLMeCj1TQUet76x28cq4u8hwjZIXy3hYEc/9CBwCQajmn4ipDDm0ULBSJSHswv/rxW9QlPrC9Bj6Bq/cVhsE7jvPwOh+WOVXAkAAA==&quot;"/>
    <we:property name="datasetId" value="&quot;d60ce7c2-79c9-4ed2-b30e-781ec456f416&quot;"/>
    <we:property name="pageName" value="&quot;83df3bc80c4d2d6e6a7b&quot;"/>
    <we:property name="reportUrl" value="&quot;/groups/me/reports/73569812-2a1a-4879-bbfd-42249b6c76fc/83df3bc80c4d2d6e6a7b&quot;"/>
    <we:property name="reportName" value="&quot;analises_diabetes&quot;"/>
    <we:property name="reportState" value="&quot;CONNECTED&quot;"/>
    <we:property name="pageDisplayName" value="&quot;Página 4&quot;"/>
    <we:property name="backgroundColor" value="&quot;#FFFFFF&quot;"/>
    <we:property name="initialStateBookmark" value="&quot;H4sIAAAAAAAAA+1Wy27bMBD8lYBno6CthyXfHNcFijQPxG0uhVGsxJXCgCYFikrtGv73LimnSdyi6aGPoK0vJofL3ZndEcAtE7JtFGzOYIVswl5rIUsQxh4N2YDpHjw+Pz85nV6efDibns4JNo2TRrdssmUObI3uSrYdKJ+CwPfLAQOlLqD2uwpUiwPWoG2NBiU/YR9MR852uBswXDfKWPApFw4c+rS3FE57qj18EVFFKJ28xQWWrkezSFRRUWa8jMVIpJjCuKCwtg8IzL4Z4lOH8jOjHUhNZTwWCc6HScrzjOcijUcl8pHHK6ncPqTYzNeNJXWkedP4rsyIa20stUuxoMJi25PesplR3Sqs5o/whelsiZdYhSPtpNtQpkpq0KX0TdlRQy6soXaFkwXWK9QuwNfm48wiFRVswneDLzym4pZuE3pIYlrXFmtw++38lzCkZSV7gq86vZ8P/5rvkpBW6lrt538/ire9jEbi7Bqs8/4qbmiQvu10yViB9ngTOv9S2jsLjAYHxP+o2t3yzqMUcfPAhXuT9PR/viuWO39UjYciL6q0TDKEmI95BPAs7DsznXYk/h+w7wqaQ+f+PkPc97k3RBLHmMXFiGejHCBJoygV/w3xY98WKGyf9sNzoftOS9ceLYwSf5uHM56KMs8wToZ5meRFgjH3qb6rwOHaFWb9WEX4PUTYCunV4hemc20DJV6AxqCm6QlJDHE0UNACxX5t/f8bSZ9QX/oKVOerhjcOC0WIjSwUPnHBv3xYoOW17j4DsEcv+IUJAAA=&quot;"/>
    <we:property name="isFiltersActionButtonVisible" value="true"/>
    <we:property name="isVisualContainerHeaderHidden" value="false"/>
    <we:property name="reportEmbeddedTime" value="&quot;2026-08-11T16:12:24.867Z&quot;"/>
    <we:property name="creatorTenantId" value="&quot;7e93e286-b29a-4454-a41a-e8419ec9deb5&quot;"/>
    <we:property name="creatorUserId" value="&quot;10032002951D5274&quot;"/>
    <we:property name="creatorSessionId" value="&quot;7c97dc84-2d1e-41bd-8d0e-daaf9460becf&quot;"/>
    <we:property name="artifactViewState" value="&quot;live&quot;"/>
  </we:properties>
  <we:bindings/>
  <we:snapshot xmlns:r="http://schemas.openxmlformats.org/officeDocument/2006/relationships" r:embed="rId1"/>
</we:webextension>
</file>

<file path=ppt/webextensions/webextension4.xml><?xml version="1.0" encoding="utf-8"?>
<we:webextension xmlns:we="http://schemas.microsoft.com/office/webextensions/webextension/2010/11" id="{053B7241-7646-491D-98BE-225172C40B66}">
  <we:reference id="wa200003233" version="2.0.0.3" store="pt-BR" storeType="OMEX"/>
  <we:alternateReferences>
    <we:reference id="wa200003233" version="2.0.0.3" store="wa200003233" storeType="OMEX"/>
  </we:alternateReferences>
  <we:properties>
    <we:property name="embedUrl" value="&quot;/reportEmbed?reportId=73569812-2a1a-4879-bbfd-42249b6c76fc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ookmark" value="&quot;H4sIAAAAAAAAA+1YX0/bMBD/KsjP1ZQ0CU14Y4Vpk9iEKOJl6sPFvgQjE2eOU9qhfqF9jX2xnZ3wHwFCZWNVq0q17y53v7v8fGf1kgnZ1AoW3+Ac2Q77UgnJQWizFbIBqzphLMKswCiIeRBDGCdJEI1Iq2srddWwnUtmwZRoT2TTgnKeSPh9OmCg1CGUbleAanDAajSNrkDJn9gZk8qaFpcDhvNaaQPO5cSCRed2Rua0Jwjhh4giArdyhhPktpcCRsBHGQQhCsgzLtKAzJrOwCN71MS59uHHurIgKwrjZNuCRylGSYYiipJwG7M4c/JCKtub5Iv9eW0oO8p5UbvijAlrqQ1VTTGfhcGmA33Jxlq15361f0c+0a3heISFV1VW2gV5KmQFFZeuKEsqyKHRVC6vGeu2smbhxaf6YmyQggq2EywHfxUHLUXL7ZM4dsWMnibpfRC7ZWmwBNtv998KYSE7gJ/aqudJ8BDvlCSNrErV8/CGEsddGrWcaXsMuULH9PyMKOUIQI9pI9B8XHgO7ElzRcZw8EYp3bz85fTqCJD67BbJj/RF4/GsPiaF7JyuNsANk6ZLp+LAhwkfpRl9g4inPAvFs0fv/6DaezkaE1DYrATuZ4kGDD9dHOAM1UNk1/qHqis8J2Bk1+t9Fq/Mrh9a187YnYT33BRxZrfw9OsfrYQtgVsCLHSu+lTYbqVf3WbXuS5ff/9qHinMs31U0XQdn4Kx99voo42sr27XXNe5nD3N1jvJnjNdh4+wGMZiFIwwT4NY5BwCfOcdfk823A3CF3TNZ88BByN61cvuE8P794l/nbJ7jzSo0yFkaUq36TzKkyAeptlwfV7jZvhtht9m+G2G36qHXxEkwygd8W3AUZZmIgzjxOF5kj0W5zbX87vc8Z/bEnaOpvR569Y2NXA8hAo9h+ouBYnejo4rVAJFvzbu90BS0+5Cn4BqXVT/Tw3zYRz25R+jLDjxIhIAAA==&quot;"/>
    <we:property name="datasetId" value="&quot;d60ce7c2-79c9-4ed2-b30e-781ec456f416&quot;"/>
    <we:property name="pageName" value="&quot;1ae3ac79a01edab9cd80&quot;"/>
    <we:property name="reportUrl" value="&quot;/groups/me/reports/73569812-2a1a-4879-bbfd-42249b6c76fc/1ae3ac79a01edab9cd80&quot;"/>
    <we:property name="reportName" value="&quot;analises_diabetes&quot;"/>
    <we:property name="reportState" value="&quot;CONNECTED&quot;"/>
    <we:property name="pageDisplayName" value="&quot;Página 5&quot;"/>
    <we:property name="backgroundColor" value="&quot;#FFFFFF&quot;"/>
    <we:property name="initialStateBookmark" value="&quot;H4sIAAAAAAAAA+1Y227bMAz9lULPwWDHSWP3LU0zbOgVTdGXIRhoiXFVqJYny2myIj+039iPjZLde9EWRbp1QYIAkUmKPKSPSMdXTMiyUDA/gAtkW+xrLiQHoc1GyFosr4Xbh4e7+/3j3e8H/f0hiXVhpc5LtnXFLJgM7aksK1DOBQm/jVsMlDqCzF1NQJXYYgWaUueg5E+sjUllTYWLFsNZobQB53JkwaJzOyVzuqbY4aeIIgK3cooj5LaRAkbAewkEIQpIEy7igMzK2sAje9LEufbhBzq3IHMK42SbgkcxRt0ERRR1w01MOomTT6SyjUk6H84KQ9lRzvPCVWVAWDNtqFyK+SwMljXoKzbQqrrwq+E9+UhXhuMxTrwqt9LOydNE5pBz6YqyoIIcGU3l8pqBrnJr5l58pi8HBimoYFvBovVXcdBSVNw+i6MvprSbpA9B9LPMYAa2uRy+F8KJrAF+rvKGJ8FjvGOSlDLPVMPDW0qc1GkUcqrtCaQKHdPTc6KUIwBt00ag2Z57DuxIc03GsPVOKd3e/MX4+giQ+vwOyY/1ZenxLD8mhaydLjfALZPGC6fiwNtd3osT+gYRj3kSiheP3v9BtY9yNEagsFwK3C8SDRh+Nt/DKarHyG70j1XXeE7ByLrX+yzemF0zrW6csXsJ77gp4szu4GnWPyoJGwI3BFioXTWpsH6u39xmV7ku+79/lU8U5sU+qmi6Ds7A2Idt9MlG1lS3bq6rXM6GZqudZMOZusNHOGl3RC/oYRoHHZFyCPCDd/gdWXI3CF/RNV88BxyMaFSve55oP3ye+Ncpu/tIgzpuQxLH9DSdRmk36LTjpL06t3E9/NbDbz381sNv2cNvEnTbUdzjm4C9JE5EGHa6Ds+z7LE4s6me3eeO/9yVsAs0mc9bV7YsgOMR5Og5VNQpSPR2dFwhFyiatXG/e5Kadh36FFTlovo3NcwHITTS/QF+foN7f8M8LJfr4g9R3V1ySxIAAA==&quot;"/>
    <we:property name="isFiltersActionButtonVisible" value="true"/>
    <we:property name="isVisualContainerHeaderHidden" value="false"/>
    <we:property name="reportEmbeddedTime" value="&quot;2026-08-11T16:12:42.665Z&quot;"/>
    <we:property name="creatorTenantId" value="&quot;7e93e286-b29a-4454-a41a-e8419ec9deb5&quot;"/>
    <we:property name="creatorUserId" value="&quot;10032002951D5274&quot;"/>
    <we:property name="creatorSessionId" value="&quot;0d8aa6ba-e0eb-4212-b96f-38f7a5b26205&quot;"/>
    <we:property name="artifactViewState" value="&quot;live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2</TotalTime>
  <Words>20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Corbel</vt:lpstr>
      <vt:lpstr>Base</vt:lpstr>
      <vt:lpstr>Curso - Fundamentos de BI DIO + Universia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- Fundamentos de BI DIO + Universia</dc:title>
  <dc:creator>Catarina Macedo Scabelli</dc:creator>
  <cp:lastModifiedBy>Catarina Macedo Scabelli</cp:lastModifiedBy>
  <cp:revision>2</cp:revision>
  <dcterms:created xsi:type="dcterms:W3CDTF">2026-08-11T16:19:20Z</dcterms:created>
  <dcterms:modified xsi:type="dcterms:W3CDTF">2026-08-11T16:21:27Z</dcterms:modified>
</cp:coreProperties>
</file>